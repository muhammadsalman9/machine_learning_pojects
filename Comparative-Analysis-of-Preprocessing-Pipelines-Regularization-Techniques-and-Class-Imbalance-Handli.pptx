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1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88181"/>
            <a:ext cx="4722763" cy="3100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Comparative Analysis of Preprocessing Pipelines, Regularization Techniques, and Class Imbalance Handling for Epileptic Seizure Prediction Using Logistic Regression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400169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Salman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Course: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Semester Major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362" y="363215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5362" y="752103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5362" y="1063600"/>
            <a:ext cx="492427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Epilepsy is a neurological disorder causing recurrent seizures. EEG signals record brain electrical activity. Manual seizure detection is time-consuming and requires experts. Machine learning can automatically classify seizure and non-seizure patterns.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5362" y="168570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5362" y="1997199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3085" y="211492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3085" y="2345382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the impact of preprocessing pipelines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5362" y="2715444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3085" y="283316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3085" y="3063627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regularization techniques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5362" y="3433688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3085" y="355141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3085" y="3781871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class imbalance handling methods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95362" y="4151933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3085" y="426965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3085" y="4500116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model generalization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71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Datasets Used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3367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datasets were used to evaluate model stability and generalization across different EEG signal configurations.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9957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28801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1: Epileptic Seizure Recognition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56769"/>
            <a:ext cx="2599134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11,500 EEG samples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 features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into binary classification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919957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028801"/>
            <a:ext cx="1866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2: BEED_Data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335313"/>
            <a:ext cx="2599134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 signal dataset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features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919957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028801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3: EEG Seizure Analysis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556769"/>
            <a:ext cx="2599134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 signal dataset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features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F1BC7E-6658-11FA-B22C-4BB462D615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25443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 Pipelines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1574974"/>
            <a:ext cx="177574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A — Feature Selection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126531" y="1721123"/>
            <a:ext cx="28162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irrelevant features, reduce noise, and improve prediction.</a:t>
            </a:r>
            <a:endParaRPr lang="en-US" sz="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509290"/>
            <a:ext cx="2359000" cy="23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26531" y="4010844"/>
            <a:ext cx="211961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B — Dimensionality Reduction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126531" y="4156993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dimensionality, preserve 95% variance, and improve computational efficiency.</a:t>
            </a:r>
            <a:endParaRPr lang="en-US" sz="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97" y="2626862"/>
            <a:ext cx="2359000" cy="235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06496-56A5-0AD4-8609-C6FEAD7B6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1618"/>
            <a:ext cx="675850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 &amp; Regularization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812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predicts seizure probability. Three regularization techniques were compared to control model complexity and prevent overfitting.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61220"/>
            <a:ext cx="2622724" cy="196066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2384152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6927" y="28473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L1 (Lasso)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56927" y="3153817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feature selection and produces sparse models by driving some coefficients to exactly zero.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2261220"/>
            <a:ext cx="2622724" cy="196066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5662" y="2384152"/>
            <a:ext cx="212601" cy="2126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21410" y="28473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L2 (Ridge)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3421410" y="315381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Shrinks coefficients toward zero but retains all features, providing smoother regularization.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2261220"/>
            <a:ext cx="2622724" cy="196066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0145" y="2384152"/>
            <a:ext cx="212601" cy="21260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85892" y="28473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Elastic Net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6185892" y="315381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L1 and L2 penalties, balancing sparsity and stability for a more flexible model.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1CB6AA-DD42-BE25-CD16-601E2CC07D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0017"/>
            <a:ext cx="63666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Experimental Results — Pipeline 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16521"/>
            <a:ext cx="815176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22128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89" y="13111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80692" y="13111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16214" y="13111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51737" y="13111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881" y="162773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89" y="171755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80692" y="171755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6214" y="171755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81.09%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51737" y="171755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73.60%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203418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2789" y="21240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0692" y="21240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6214" y="21240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81.04%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51737" y="21240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73.51%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0881" y="244063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2789" y="253045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80692" y="253045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Net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6214" y="253045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81.04%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51737" y="253045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73.51%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881" y="284708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2789" y="293690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80692" y="293690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6214" y="293690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45.75%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1737" y="293690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46.43%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0881" y="325353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2789" y="334334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80692" y="3343349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6214" y="3343349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45.75%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51737" y="334334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46.43%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6119" y="3824213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39270"/>
            <a:ext cx="177180" cy="141759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56816" y="4001393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A achieved the best overall performance across all datasets and regularization methods, with Dataset 1 reaching over 81% accuracy.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1501AF2-173E-4F83-6D01-8BA5FBC32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0017"/>
            <a:ext cx="63365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Experimental Results — Pipeline B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16521"/>
            <a:ext cx="815176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22128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89" y="13111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80692" y="13111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16214" y="13111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51737" y="13111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881" y="162773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89" y="171755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80692" y="171755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6214" y="171755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80.30%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51737" y="171755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71.83%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203418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2789" y="21240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0692" y="21240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6214" y="212400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80.43%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51737" y="212400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72.13%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0881" y="244063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2789" y="253045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80692" y="253045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Net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6214" y="253045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80.30%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51737" y="253045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71.83%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881" y="284708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2789" y="293690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80692" y="293690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6214" y="293690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43.94%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1737" y="293690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43.79%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0881" y="325353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2789" y="334334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80692" y="3343349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6214" y="3343349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43.94%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51737" y="334334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43.79%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6119" y="3824213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FCF2B5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39270"/>
            <a:ext cx="177180" cy="141759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56816" y="4001393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B performed worse than Pipeline A across all comparisons, suggesting that PCA-based dimensionality reduction lost valuable discriminative information.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B5A952A-01EF-34E9-0F38-5A9C844C8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7597"/>
            <a:ext cx="64747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Sparsity, Underfitting &amp; Overfitting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549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Sparsity Analysis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35869"/>
            <a:ext cx="3902943" cy="1682502"/>
          </a:xfrm>
          <a:prstGeom prst="roundRect">
            <a:avLst>
              <a:gd name="adj" fmla="val 35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840632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2714" y="1930450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91767" y="1930450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Weights / Sparsity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2247081"/>
            <a:ext cx="389341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233689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91767" y="2336899"/>
            <a:ext cx="1660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zero weights (10% sparsity)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2880345"/>
            <a:ext cx="389341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14" y="297016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1767" y="2970163"/>
            <a:ext cx="1660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zero weights (0% sparsity)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367784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successfully removed irrelevant features, demonstrating its effectiveness for feature selection in high-dimensional EEG data.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9701" y="14549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Underfitting</a:t>
            </a:r>
            <a:endParaRPr lang="en-US" sz="1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0651" y="1835869"/>
            <a:ext cx="1899642" cy="77524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67660" y="1996678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Accuracy: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50.02%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3002" y="1835869"/>
            <a:ext cx="1899642" cy="77524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0011" y="1996678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Accuracy: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49.44%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49701" y="277058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Overfitting</a:t>
            </a:r>
            <a:endParaRPr lang="en-US" sz="13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0651" y="3151510"/>
            <a:ext cx="1899642" cy="77524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67660" y="3312319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Accuracy: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48.17%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3002" y="3151510"/>
            <a:ext cx="1899642" cy="77524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0011" y="3312319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Accuracy: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45.44%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2C91002-C7A3-7703-E9DA-154213D94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7322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Imbalance Handling — SMOTE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1865114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10398" y="185804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not improve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classification performance across any metric.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2602260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0398" y="2595190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samples may have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noise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rather than useful signal.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3339405"/>
            <a:ext cx="212601" cy="2126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10398" y="333233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Regularization provided greater benefits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oversampling for this task.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BCF004-304E-C42D-6DDA-C71857461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0020"/>
            <a:ext cx="49412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Work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497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Conclusions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28376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6816" y="2329830"/>
            <a:ext cx="35265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outperformed Pipeline B — preprocessing order significantly affects performance.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0553" y="228376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1250" y="2329830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Regularization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achieved the best balance between accuracy and feature selection.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29379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6816" y="3339852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Net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performed similarly but did not consistently outperform L1.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0553" y="329379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1250" y="3339852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did not improve classifi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3FE5DE-8373-94A0-D7BB-179F0E992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974" y="4876763"/>
            <a:ext cx="1848108" cy="2667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AMA AMA</cp:lastModifiedBy>
  <cp:revision>2</cp:revision>
  <dcterms:created xsi:type="dcterms:W3CDTF">2026-06-04T07:12:11Z</dcterms:created>
  <dcterms:modified xsi:type="dcterms:W3CDTF">2026-06-04T07:14:23Z</dcterms:modified>
</cp:coreProperties>
</file>